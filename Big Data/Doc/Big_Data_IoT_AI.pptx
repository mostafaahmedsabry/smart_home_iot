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Big Data IoT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78BFA"/>
                </a:solidFill>
                <a:latin typeface="Segoe UI"/>
              </a:defRPr>
            </a:pPr>
            <a:r>
              <a:t>Intelligent Smart Home Analytics with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329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CBD5E1"/>
                </a:solidFill>
                <a:latin typeface="Segoe UI"/>
              </a:defRPr>
            </a:pPr>
            <a:r>
              <a:t>Integrating Big Data Analytics with IoT Sensor Data</a:t>
            </a:r>
            <a:br/>
            <a:r>
              <a:t>for Predictive Automation and Anomaly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76196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619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A78BFA"/>
                </a:solidFill>
                <a:latin typeface="Segoe UI"/>
              </a:defRPr>
            </a:pPr>
            <a: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Mostafa Elsayed • Mostafa Ahmed • Youssef Elboraey • Mohamed Abdo</a:t>
            </a:r>
            <a:br/>
            <a:r>
              <a:t>Layla Mostafa • Nora Osama • Nada Ashraf • Manar Montaser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Supervised by: Dr. Asmaa Saad  | 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A78BFA"/>
                </a:solidFill>
                <a:latin typeface="Segoe UI"/>
              </a:defRPr>
            </a:pPr>
            <a: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Abstract &amp;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Project overview, background, and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78BF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Related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Comparative analysis of previous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Requirements, stakeholders, and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B923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Architecture, database, and UI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7171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Technologies, modules, and ML algorithms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Results &amp;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Model performance and visualizations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Future Work &amp; Challenges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Roadmap and technical hurdles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Project Life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Development process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Executive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Project Overview &amp;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>
                <a:solidFill>
                  <a:srgbClr val="CBD5E1"/>
                </a:solidFill>
                <a:latin typeface="Segoe UI"/>
              </a:defRPr>
            </a:pPr>
            <a:r>
              <a:t>This project integrates Big Data analytics with IoT sensor data to build</a:t>
            </a:r>
            <a:br/>
            <a:r>
              <a:t>an intelligent Smart Home system.</a:t>
            </a:r>
            <a:br/>
            <a:br/>
            <a:r>
              <a:t>Data collected from sensors (temperature, humidity, gas, soil, rain, PIR, distance)</a:t>
            </a:r>
            <a:br/>
            <a:r>
              <a:t>is processed using Python, Pandas, and Scikit-learn.</a:t>
            </a:r>
            <a:br/>
            <a:br/>
            <a:r>
              <a:t>The system applies:</a:t>
            </a:r>
            <a:br/>
            <a:r>
              <a:t>• KMeans clustering for unsupervised learning</a:t>
            </a:r>
            <a:br/>
            <a:r>
              <a:t>• Random Forest classification for labeled datasets</a:t>
            </a:r>
            <a:br/>
            <a:br/>
            <a:r>
              <a:t>Through descriptive and predictive analytics, the system detects anomalies</a:t>
            </a:r>
            <a:br/>
            <a:r>
              <a:t>such as gas leaks, irrigation needs, and motion alerts,</a:t>
            </a:r>
            <a:br/>
            <a:r>
              <a:t>transforming raw sensor data into actionable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🤖 ML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KMeans + Random Forest</a:t>
            </a:r>
            <a:br/>
            <a:r>
              <a:t>Clustering &amp;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74320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Big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089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100k+ Records</a:t>
            </a:r>
            <a:br/>
            <a:r>
              <a:t>Scalable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93192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4023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🔍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97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Gas Leaks</a:t>
            </a:r>
            <a:br/>
            <a:r>
              <a:t>Irrigation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12064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5212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⚡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86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&lt; 1 sec Training</a:t>
            </a:r>
            <a:br/>
            <a:r>
              <a:t>Instant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A78BFA"/>
                </a:solidFill>
                <a:latin typeface="Segoe UI"/>
              </a:defRPr>
            </a:pPr>
            <a:r>
              <a:t>Background, 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📚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t>Big Data enables large-scale analysis of IoT sensor streams, allowing predictive automation and anomaly detection. Traditional IoT systems lack scalability and predictive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❌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t>Traditional IoT systems lack scalability and predictive intelligence. They cannot handle large datasets or provide actionable insights from sensor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✅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Collect and preprocess large datasets (100k+ records)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Apply descriptive and predictive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Build clustering and classification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Evaluate model performance using accuracy and silhouette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112772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🎯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t>Hardware (ESP32 + sensors)  →  Data Layer (CSV + Supabase)  →  Application Layer (Python ML + Gradio interface)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772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Previous Projects vs Our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Previous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Data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Firebase or Local 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Supabase + CSV + Spark-ready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971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Highly Scalable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Basic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Big Data + ML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ML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77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977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KMeans + 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80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Basic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480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Real-time + Predictive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87171"/>
                </a:solidFill>
                <a:latin typeface="Segoe UI"/>
              </a:defRPr>
            </a:pPr>
            <a:r>
              <a:t>Basic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4D399"/>
                </a:solidFill>
                <a:latin typeface="Segoe UI"/>
              </a:defRPr>
            </a:pPr>
            <a:r>
              <a:t>Gradio + Flutter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34D399"/>
                </a:solidFill>
                <a:latin typeface="Segoe UI"/>
              </a:defRPr>
            </a:pPr>
            <a:r>
              <a:t>✨ Our innovation: Supabase + CSV + Spark-ready pipeline for scalable Big Data handling and real-time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Three-Layer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🟦 Layer 1: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Hardware Layer (ESP32 + Sensors)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ESP32 with 7 sensors streaming data</a:t>
            </a:r>
            <a:br/>
            <a:r>
              <a:t>• Temperature, Humidity, Gas, Soil, Rain, PIR, Distance</a:t>
            </a:r>
            <a:br/>
            <a:r>
              <a:t>• Serial communication for data transmission</a:t>
            </a:r>
            <a:br/>
            <a:r>
              <a:t>• Real-time sensor data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🟩 Layer 2: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Data Layer (CSV + Supabase)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CSV storage for local data handling</a:t>
            </a:r>
            <a:br/>
            <a:r>
              <a:t>• Supabase for cloud synchronization</a:t>
            </a:r>
            <a:br/>
            <a:r>
              <a:t>• Spark-ready pipeline for Big Data</a:t>
            </a:r>
            <a:br/>
            <a:r>
              <a:t>• Structured tables: iot_data, iot_clusters, iot_control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39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🟧 Layer 3: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Application Layer (Python ML + Gradio)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Python ML pipeline with Scikit-learn</a:t>
            </a:r>
            <a:br/>
            <a:r>
              <a:t>• KMeans clustering &amp; Random Forest classification</a:t>
            </a:r>
            <a:br/>
            <a:r>
              <a:t>• Gradio interface for user interaction</a:t>
            </a:r>
            <a:br/>
            <a:r>
              <a:t>• Real-time predictions and visualizations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🔄 Data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800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Sensors → ESP32 → CSV Storage → Python ML Pipeline → </a:t>
            </a:r>
            <a:r>
              <a:rPr dirty="0" err="1"/>
              <a:t>Gradio</a:t>
            </a:r>
            <a:r>
              <a:rPr dirty="0"/>
              <a:t> UI → User</a:t>
            </a:r>
            <a:br>
              <a:rPr dirty="0"/>
            </a:br>
            <a:r>
              <a:rPr dirty="0"/>
              <a:t>                                        ↓</a:t>
            </a:r>
            <a:br>
              <a:rPr dirty="0"/>
            </a:br>
            <a:r>
              <a:rPr dirty="0"/>
              <a:t>                                  </a:t>
            </a:r>
            <a:r>
              <a:rPr dirty="0" err="1"/>
              <a:t>Supabase</a:t>
            </a:r>
            <a:r>
              <a:rPr dirty="0"/>
              <a:t> (Cloud Sync)</a:t>
            </a:r>
            <a:br>
              <a:rPr dirty="0"/>
            </a:br>
            <a:r>
              <a:rPr dirty="0"/>
              <a:t>                                        ↓</a:t>
            </a:r>
            <a:br>
              <a:rPr dirty="0"/>
            </a:br>
            <a:r>
              <a:rPr dirty="0"/>
              <a:t>                              Spark/Hadoop (Future Big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t>Requirements &amp;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👤 User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Real-time monitoring of sensor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Anomaly detection and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Predictive analytics for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⚙️ 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Data ingestion from ESP32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Data preprocessing and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Clustering and classification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Visualization and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🔒 Non-Functional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Scalability for 100k+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Low latency real-time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Secure 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🎯 Use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Predictive irrigation based on soil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Gas leak detection and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Motion monitoring and 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👥 Stakeholders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t>Users (Homeowners)  →  Developers (ML Engineers)  →  Supervisors (Dr. Asmaa Saad)  →  Data Scientists (Future Analytics)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A78BFA"/>
                </a:solidFill>
                <a:latin typeface="Segoe UI"/>
              </a:defRPr>
            </a:pPr>
            <a:r>
              <a:t>Data Storage &amp;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📊 iot_data.csv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Sensor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temperature, humidity, gas</a:t>
            </a:r>
            <a:br/>
            <a:r>
              <a:t>• soil, rain, pir, distance</a:t>
            </a:r>
            <a:br/>
            <a:r>
              <a:t>• timestamp, device_id</a:t>
            </a:r>
            <a:br/>
            <a:r>
              <a:t>• Raw sensor readings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🔍 iot_clusters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Clustering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cluster_id, cluster_label</a:t>
            </a:r>
            <a:br/>
            <a:r>
              <a:t>• centroid values</a:t>
            </a:r>
            <a:br/>
            <a:r>
              <a:t>• silhouette scores</a:t>
            </a:r>
            <a:br/>
            <a:r>
              <a:t>• KMeans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🎛️ iot_control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Device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device_id, status</a:t>
            </a:r>
            <a:br/>
            <a:r>
              <a:t>• control commands</a:t>
            </a:r>
            <a:br/>
            <a:r>
              <a:t>• automation rules</a:t>
            </a:r>
            <a:br/>
            <a:r>
              <a:t>• User preferences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77295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🔄 Data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663440"/>
            <a:ext cx="10789920" cy="174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Sensors → ESP32 → CSV (Local Storage) → Python ML Pipeline → </a:t>
            </a:r>
            <a:r>
              <a:rPr dirty="0" err="1"/>
              <a:t>Gradio</a:t>
            </a:r>
            <a:r>
              <a:rPr dirty="0"/>
              <a:t> UI</a:t>
            </a:r>
            <a:br>
              <a:rPr dirty="0"/>
            </a:br>
            <a:r>
              <a:rPr dirty="0"/>
              <a:t>                    ↓</a:t>
            </a:r>
            <a:br>
              <a:rPr dirty="0"/>
            </a:br>
            <a:r>
              <a:rPr dirty="0"/>
              <a:t>              </a:t>
            </a:r>
            <a:r>
              <a:rPr dirty="0" err="1"/>
              <a:t>Supabase</a:t>
            </a:r>
            <a:r>
              <a:rPr dirty="0"/>
              <a:t> (Cloud Sync)</a:t>
            </a:r>
            <a:br>
              <a:rPr dirty="0"/>
            </a:br>
            <a:r>
              <a:rPr dirty="0"/>
              <a:t>                    ↓</a:t>
            </a:r>
            <a:br>
              <a:rPr dirty="0"/>
            </a:br>
            <a:r>
              <a:rPr dirty="0"/>
              <a:t>         Spark/Hadoop (Future Distributed Processing)</a:t>
            </a:r>
            <a:br>
              <a:rPr dirty="0"/>
            </a:br>
            <a:r>
              <a:rPr dirty="0"/>
              <a:t>✅ CSV format ready for migration to </a:t>
            </a:r>
            <a:r>
              <a:rPr dirty="0" err="1"/>
              <a:t>Supabase</a:t>
            </a:r>
            <a:r>
              <a:rPr dirty="0"/>
              <a:t> or Spark for large-scale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B923C"/>
                </a:solidFill>
                <a:latin typeface="Segoe UI"/>
              </a:defRPr>
            </a:pPr>
            <a:r>
              <a:t>Gradio Interface + Flutter Mobile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Segoe UI"/>
              </a:defRPr>
            </a:pPr>
            <a:r>
              <a:t>🖥️ Gradio Web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Input Fields:</a:t>
            </a:r>
            <a:br/>
            <a:r>
              <a:t>• Temp, Humid, Gas, Soil, Rain, PIR, Distance</a:t>
            </a:r>
            <a:br/>
            <a:br/>
            <a:r>
              <a:t>Output:</a:t>
            </a:r>
            <a:br/>
            <a:r>
              <a:t>• Model Result (Cluster/Class)</a:t>
            </a:r>
            <a:br/>
            <a:r>
              <a:t>• Flag (Normal/Danger/Irrigation)</a:t>
            </a:r>
            <a:br/>
            <a:br/>
            <a:r>
              <a:t>Features:</a:t>
            </a:r>
            <a:br/>
            <a:r>
              <a:t>• Real-time sensor value input</a:t>
            </a:r>
            <a:br/>
            <a:r>
              <a:t>• Instant ML prediction</a:t>
            </a:r>
            <a:br/>
            <a:r>
              <a:t>• Visual feedback with color coding</a:t>
            </a:r>
            <a:br/>
            <a:r>
              <a:t>• Easy-to-use web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📱 Flutter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Screens:</a:t>
            </a:r>
            <a:br/>
            <a:r>
              <a:t>• Dashboard - Real-time monitoring</a:t>
            </a:r>
            <a:br/>
            <a:r>
              <a:t>• Big Data Analysis - Historical trends</a:t>
            </a:r>
            <a:br/>
            <a:r>
              <a:t>• Controls - Device management</a:t>
            </a:r>
            <a:br/>
            <a:r>
              <a:t>• Notifications - Alert system</a:t>
            </a:r>
            <a:br/>
            <a:br/>
            <a:r>
              <a:t>Features:</a:t>
            </a:r>
            <a:br/>
            <a:r>
              <a:t>• Cross-platform (iOS/Android)</a:t>
            </a:r>
            <a:br/>
            <a:r>
              <a:t>• Real-time data sync</a:t>
            </a:r>
            <a:br/>
            <a:r>
              <a:t>• Push notifications</a:t>
            </a:r>
            <a:br/>
            <a:r>
              <a:t>• Dark theme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A78BFA"/>
                </a:solidFill>
                <a:latin typeface="Segoe UI"/>
              </a:defRPr>
            </a:pPr>
            <a:r>
              <a:t>Technologies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🐍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Core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Data processing</a:t>
            </a:r>
            <a:br/>
            <a:r>
              <a:t>ML model building</a:t>
            </a:r>
            <a:br/>
            <a:r>
              <a:t>Pipeline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📊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Data 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DataFrames &amp; Series</a:t>
            </a:r>
            <a:br/>
            <a:r>
              <a:t>CSV handling</a:t>
            </a:r>
            <a:br/>
            <a:r>
              <a:t>Data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🔢 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Numerical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Array operations</a:t>
            </a:r>
            <a:br/>
            <a:r>
              <a:t>Mathematical functions</a:t>
            </a:r>
            <a:br/>
            <a:r>
              <a:t>Statistical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566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📈 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Static plots</a:t>
            </a:r>
            <a:br/>
            <a:r>
              <a:t>Charts &amp; graphs</a:t>
            </a:r>
            <a:br/>
            <a:r>
              <a:t>Export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🎨 Seaborn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Statistical Viz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Heatmaps</a:t>
            </a:r>
            <a:br/>
            <a:r>
              <a:t>Distribution plots</a:t>
            </a:r>
            <a:br/>
            <a:r>
              <a:t>Correlation matrices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566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🤖 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069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KMeans clustering</a:t>
            </a:r>
            <a:br/>
            <a:r>
              <a:t>Random Forest</a:t>
            </a:r>
            <a:br/>
            <a:r>
              <a:t>Model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🔗 Additional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Gradio (Web UI)  •  Supabase (Cloud DB)  •  MQTT (IoT Protocol)  •  ESP32 (Microcontroller)  •  CSV (Local Storage)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A78BFA"/>
                </a:solidFill>
                <a:latin typeface="Segoe UI"/>
              </a:defRPr>
            </a:pPr>
            <a:r>
              <a:t>Machine Learning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Segoe UI"/>
              </a:defRPr>
            </a:pPr>
            <a:r>
              <a:t>🔍 KMeans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Unsupervised Learning for Unlabeled Data</a:t>
            </a:r>
            <a:br>
              <a:rPr dirty="0"/>
            </a:br>
            <a:br>
              <a:rPr dirty="0"/>
            </a:br>
            <a:r>
              <a:rPr dirty="0"/>
              <a:t>• Groups sensor data into clusters:</a:t>
            </a:r>
            <a:br>
              <a:rPr dirty="0"/>
            </a:br>
            <a:r>
              <a:rPr dirty="0"/>
              <a:t>  - Normal (green)</a:t>
            </a:r>
            <a:br>
              <a:rPr dirty="0"/>
            </a:br>
            <a:r>
              <a:rPr dirty="0"/>
              <a:t>  - Danger (red)</a:t>
            </a:r>
            <a:br>
              <a:rPr dirty="0"/>
            </a:br>
            <a:r>
              <a:rPr dirty="0"/>
              <a:t>  - Irrigation needed (blue)</a:t>
            </a:r>
            <a:br>
              <a:rPr dirty="0"/>
            </a:br>
            <a:br>
              <a:rPr dirty="0"/>
            </a:br>
            <a:r>
              <a:rPr dirty="0"/>
              <a:t>• Algorithm: </a:t>
            </a:r>
            <a:r>
              <a:rPr dirty="0" err="1"/>
              <a:t>KMeans</a:t>
            </a:r>
            <a:r>
              <a:rPr dirty="0"/>
              <a:t> (k=3)</a:t>
            </a:r>
            <a:br>
              <a:rPr dirty="0"/>
            </a:br>
            <a:r>
              <a:rPr dirty="0"/>
              <a:t>• Distance metric: Euclidean</a:t>
            </a:r>
            <a:br>
              <a:rPr dirty="0"/>
            </a:br>
            <a:r>
              <a:rPr dirty="0"/>
              <a:t>• Initialization: K-Means++</a:t>
            </a:r>
            <a:br>
              <a:rPr dirty="0"/>
            </a:br>
            <a:br>
              <a:rPr dirty="0"/>
            </a:br>
            <a:r>
              <a:rPr dirty="0"/>
              <a:t>• Evaluation: Silhouette Score ≈ 0.75</a:t>
            </a:r>
            <a:br>
              <a:rPr dirty="0"/>
            </a:br>
            <a:r>
              <a:rPr dirty="0"/>
              <a:t>  (Good clustering quality)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🌲 Random Forest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Supervised Learning for Labeled Datasets</a:t>
            </a:r>
            <a:br/>
            <a:br/>
            <a:r>
              <a:t>• Classification of sensor states:</a:t>
            </a:r>
            <a:br/>
            <a:r>
              <a:t>  - Normal operation</a:t>
            </a:r>
            <a:br/>
            <a:r>
              <a:t>  - Gas leak alert</a:t>
            </a:r>
            <a:br/>
            <a:r>
              <a:t>  - Irrigation required</a:t>
            </a:r>
            <a:br/>
            <a:r>
              <a:t>  - Motion detected</a:t>
            </a:r>
            <a:br/>
            <a:br/>
            <a:r>
              <a:t>• Algorithm: Random Forest (100 estimators)</a:t>
            </a:r>
            <a:br/>
            <a:r>
              <a:t>• Features: All 7 sensor values</a:t>
            </a:r>
            <a:br/>
            <a:r>
              <a:t>• Target: Alert type (4 classes)</a:t>
            </a:r>
            <a:br/>
            <a:br/>
            <a:r>
              <a:t>• Evaluation: Accuracy, Precision,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1277295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⚙️ Data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029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StandardScaler</a:t>
            </a:r>
            <a:r>
              <a:rPr dirty="0"/>
              <a:t> / </a:t>
            </a:r>
            <a:r>
              <a:rPr dirty="0" err="1"/>
              <a:t>MinMaxScaler</a:t>
            </a:r>
            <a:r>
              <a:rPr dirty="0"/>
              <a:t>: Unify feature ranges for consistent ML input</a:t>
            </a:r>
            <a:br>
              <a:rPr dirty="0"/>
            </a:br>
            <a:r>
              <a:rPr dirty="0"/>
              <a:t>• </a:t>
            </a:r>
            <a:r>
              <a:rPr dirty="0" err="1"/>
              <a:t>SimpleImputer</a:t>
            </a:r>
            <a:r>
              <a:rPr dirty="0"/>
              <a:t>: Handle missing values using mean or median strategy</a:t>
            </a:r>
            <a:br>
              <a:rPr dirty="0"/>
            </a:br>
            <a:r>
              <a:rPr dirty="0"/>
              <a:t>• Outlier Removal: Filter anomalous sensor readings using IQR method</a:t>
            </a:r>
            <a:br>
              <a:rPr dirty="0"/>
            </a:br>
            <a:r>
              <a:rPr dirty="0"/>
              <a:t>• Feature Engineering: Create derived metrics (temp-humidity ratio, gas-soil correlation)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7032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9949" y="2632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rPr dirty="0"/>
              <a:t>Performance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5781" y="726606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📊 Descriptive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Mean, median, mode</a:t>
            </a:r>
            <a:br/>
            <a:r>
              <a:t>Standard deviation, range</a:t>
            </a:r>
            <a:br/>
            <a:r>
              <a:t>Skewness, kurtosis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🔥 Correlation Heatmaps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Strong correlation between</a:t>
            </a:r>
            <a:br/>
            <a:r>
              <a:t>temperature and humidity</a:t>
            </a:r>
            <a:br/>
            <a:r>
              <a:t>Visual pattern 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📈 Cluster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Scatter plots reveal</a:t>
            </a:r>
            <a:br/>
            <a:r>
              <a:t>clear cluster separation</a:t>
            </a:r>
            <a:br/>
            <a:r>
              <a:t>3 distinct groups identified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🤖 Model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Silhouette Score ≈ 0.75</a:t>
            </a:r>
            <a:br/>
            <a:r>
              <a:t>Training Time &lt; 1 sec</a:t>
            </a:r>
            <a:br/>
            <a:r>
              <a:t>Testing Time &lt; 0.1 sec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🎯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Random Forest accuracy</a:t>
            </a:r>
            <a:br/>
            <a:r>
              <a:t>High precision &amp; recall</a:t>
            </a:r>
            <a:br/>
            <a:r>
              <a:t>4-class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📊 Key Performance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• Silhouette Score: 0.75 (Good clustering quality)    • Training Time: &lt; 1 second    • Testing Time: &lt; 0.1 second</a:t>
            </a:r>
            <a:br/>
            <a:r>
              <a:t>• Dataset Size: 100k+ records processed    • Features: 7 sensor dimensions    • Model Types: KMeans + Random Forest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B923C"/>
                </a:solidFill>
                <a:latin typeface="Segoe UI"/>
              </a:defRPr>
            </a:pPr>
            <a:r>
              <a:t>Enhancements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🔥 Apache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Distributed Big Data processing</a:t>
            </a:r>
            <a:br/>
            <a:r>
              <a:t>for handling millions of records</a:t>
            </a:r>
            <a:br/>
            <a:r>
              <a:t>Scalable cluster computing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4840" y="173736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🧠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AI Predictive Automation</a:t>
            </a:r>
            <a:br/>
            <a:r>
              <a:t>using neural networks</a:t>
            </a:r>
            <a:br/>
            <a:r>
              <a:t>LSTM for time-series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75320" y="1737360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🎙️ Voice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Natural language commands</a:t>
            </a:r>
            <a:br/>
            <a:r>
              <a:t>Integration with Alexa/Google</a:t>
            </a:r>
            <a:br/>
            <a:r>
              <a:t>Hands-free operation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35661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👁️ Computer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Camera-based recognition</a:t>
            </a:r>
            <a:br/>
            <a:r>
              <a:t>Enhanced security &amp; automation</a:t>
            </a:r>
            <a:br/>
            <a:r>
              <a:t>Object detection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434840" y="356616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5661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🎨 UI/UX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Improved mobile and web platforms</a:t>
            </a:r>
            <a:br/>
            <a:r>
              <a:t>Better visualizations</a:t>
            </a:r>
            <a:br/>
            <a:r>
              <a:t>Responsive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22D3EE"/>
                </a:solidFill>
                <a:latin typeface="Segoe UI"/>
              </a:defRPr>
            </a:pPr>
            <a:r>
              <a:t>🌟 Future Vision: Building a fully autonomous smart home ecosystem with distributed Big Data processing,</a:t>
            </a:r>
            <a:br/>
            <a:r>
              <a:t>self-learning AI models, and seamless multi-modal interaction (voice, vision, touch)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87171"/>
                </a:solidFill>
                <a:latin typeface="Segoe UI"/>
              </a:defRPr>
            </a:pPr>
            <a:r>
              <a:t>Technical &amp; Operational Hurdles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📶 WiFi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Maintaining stable data synchronization</a:t>
            </a:r>
            <a:br/>
            <a:r>
              <a:t>between ESP32 and cloud services</a:t>
            </a:r>
            <a:br/>
            <a:r>
              <a:t>Network fluctuations cause delays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🔧 Sensor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Ensuring accurate readings from sensors</a:t>
            </a:r>
            <a:br/>
            <a:r>
              <a:t>Noise filtering and signal processing</a:t>
            </a:r>
            <a:br/>
            <a:r>
              <a:t>Environmental condition variations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📊 Large-Scale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Handling 100k+ records efficiently</a:t>
            </a:r>
            <a:br/>
            <a:r>
              <a:t>Memory management and processing speed</a:t>
            </a:r>
            <a:br/>
            <a:r>
              <a:t>Real-time analytics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🔗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Complexity between IoT hardware</a:t>
            </a:r>
            <a:br/>
            <a:r>
              <a:t>and Big Data tools</a:t>
            </a:r>
            <a:br/>
            <a:r>
              <a:t>Multiple technology stacks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Development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0" y="228600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82880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Requirement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Identify user needs,</a:t>
            </a:r>
            <a:br/>
            <a:r>
              <a:t>functional &amp; non-functional</a:t>
            </a:r>
            <a:br/>
            <a:r>
              <a:t>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77440" y="1828800"/>
            <a:ext cx="1097280" cy="10972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Create 3-layer architecture,</a:t>
            </a:r>
            <a:br/>
            <a:r>
              <a:t>database schema,</a:t>
            </a:r>
            <a:br/>
            <a:r>
              <a:t>&amp; UI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286000"/>
            <a:ext cx="8229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97680" y="1828800"/>
            <a:ext cx="1097280" cy="10972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Program ESP32, Python ML,</a:t>
            </a:r>
            <a:br/>
            <a:r>
              <a:t>&amp; Gradio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286000"/>
            <a:ext cx="8229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17920" y="1828800"/>
            <a:ext cx="1097280" cy="10972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Verify sensor accuracy,</a:t>
            </a:r>
            <a:br/>
            <a:r>
              <a:t>ML model performance,</a:t>
            </a:r>
            <a:br/>
            <a:r>
              <a:t>&amp; app responsiveness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286000"/>
            <a:ext cx="8229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38160" y="1828800"/>
            <a:ext cx="1097280" cy="10972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Deploy in real environment,</a:t>
            </a:r>
            <a:br/>
            <a:r>
              <a:t>connect to cloud,</a:t>
            </a:r>
            <a:br/>
            <a:r>
              <a:t>&amp; enable user access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0" y="182880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Continuous monitoring,</a:t>
            </a:r>
            <a:br/>
            <a:r>
              <a:t>bug fixing, &amp;</a:t>
            </a:r>
            <a:br/>
            <a:r>
              <a:t>adding new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📋 Methodology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66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The team followed a structured methodology to ensure systematic progress and high quality:</a:t>
            </a:r>
            <a:br/>
            <a:r>
              <a:t>• Agile Approach: Short iterations with continuous reviews    • Version Control: Git for code management</a:t>
            </a:r>
            <a:br/>
            <a:r>
              <a:t>• Testing-Driven: Continuous testing at every stage    • Documentation: Comprehensive documentation for all components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45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>
                <a:solidFill>
                  <a:srgbClr val="CBD5E1"/>
                </a:solidFill>
                <a:latin typeface="Segoe UI"/>
              </a:defRPr>
            </a:pPr>
            <a:r>
              <a:rPr dirty="0"/>
              <a:t>The Big Data IoT AI System demonstrates how large-scale analytics</a:t>
            </a:r>
            <a:br>
              <a:rPr dirty="0"/>
            </a:br>
            <a:r>
              <a:rPr dirty="0"/>
              <a:t>combined with IoT can enhance safety, efficiency, and comfort.</a:t>
            </a:r>
            <a:br>
              <a:rPr dirty="0"/>
            </a:br>
            <a:br>
              <a:rPr dirty="0"/>
            </a:br>
            <a:r>
              <a:rPr dirty="0"/>
              <a:t>By integrating hardware, cloud, and machine learning, the system achieves:</a:t>
            </a:r>
            <a:br>
              <a:rPr dirty="0"/>
            </a:br>
            <a:r>
              <a:rPr dirty="0"/>
              <a:t>• Real-time automation    • Predictive control    • Anomaly detection</a:t>
            </a:r>
            <a:br>
              <a:rPr lang="en-US" dirty="0"/>
            </a:br>
            <a:br>
              <a:rPr dirty="0"/>
            </a:br>
            <a:r>
              <a:rPr dirty="0"/>
              <a:t>The system successfully:</a:t>
            </a:r>
            <a:br>
              <a:rPr dirty="0"/>
            </a:br>
            <a:r>
              <a:rPr dirty="0"/>
              <a:t>• Processes 100k+ sensor records</a:t>
            </a:r>
            <a:br>
              <a:rPr dirty="0"/>
            </a:br>
            <a:r>
              <a:rPr dirty="0"/>
              <a:t>• Applies </a:t>
            </a:r>
            <a:r>
              <a:rPr dirty="0" err="1"/>
              <a:t>KMeans</a:t>
            </a:r>
            <a:r>
              <a:rPr dirty="0"/>
              <a:t> clustering with Silhouette Score ≈ 0.75</a:t>
            </a:r>
            <a:br>
              <a:rPr dirty="0"/>
            </a:br>
            <a:r>
              <a:rPr dirty="0"/>
              <a:t>• Classifies alerts using Random Forest</a:t>
            </a:r>
            <a:br>
              <a:rPr dirty="0"/>
            </a:br>
            <a:r>
              <a:rPr dirty="0"/>
              <a:t>• Provides instant predictions via </a:t>
            </a:r>
            <a:r>
              <a:rPr dirty="0" err="1"/>
              <a:t>Gradio</a:t>
            </a:r>
            <a:r>
              <a:rPr dirty="0"/>
              <a:t> interface</a:t>
            </a:r>
            <a:br>
              <a:rPr dirty="0"/>
            </a:br>
            <a:br>
              <a:rPr dirty="0"/>
            </a:br>
            <a:r>
              <a:rPr dirty="0"/>
              <a:t>This makes the system scalable, data-driven, and future-ready</a:t>
            </a:r>
            <a:br>
              <a:rPr dirty="0"/>
            </a:br>
            <a:r>
              <a:rPr dirty="0"/>
              <a:t>for modern smart home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🏆 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100k+ records 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KMeans + 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Silhouette Score 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&lt; 1 sec training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Real-time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40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Gradio + Flutter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A78BFA"/>
                </a:solidFill>
                <a:latin typeface="Segoe UI"/>
              </a:defRPr>
            </a:pPr>
            <a:r>
              <a:t>"The future of smart homes lies not just in connectivity, but in intelligence —</a:t>
            </a:r>
            <a:br/>
            <a:r>
              <a:t>where data drives decisions, and automation anticipates needs before they arise.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References &amp; Acknowledgment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541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Sources &amp; Gratitude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95188" y="66040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📚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Supabase Documentation - supabase.com/docs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Scikit-learn Documentation - scikit-learn.org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Pandas &amp; NumPy Libraries - pandas.pydata.org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MQTT Protocol Specification - mqtt.org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IoT Security Best Practices - NIST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Gradio Documentation - gradio.app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🙏 Acknowledgment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60" cy="186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rPr dirty="0"/>
              <a:t>Special thanks to</a:t>
            </a:r>
            <a:r>
              <a:rPr lang="en-US" dirty="0"/>
              <a:t> </a:t>
            </a:r>
            <a:r>
              <a:rPr dirty="0"/>
              <a:t>Dr. Asmaa Saad</a:t>
            </a:r>
            <a:br>
              <a:rPr dirty="0"/>
            </a:br>
            <a:r>
              <a:rPr dirty="0"/>
              <a:t>for her continuous guidance, valuable feedback,</a:t>
            </a:r>
            <a:br>
              <a:rPr dirty="0"/>
            </a:br>
            <a:r>
              <a:rPr dirty="0"/>
              <a:t>and encouragement throughout this project.</a:t>
            </a:r>
            <a:br>
              <a:rPr dirty="0"/>
            </a:br>
            <a:br>
              <a:rPr dirty="0"/>
            </a:br>
            <a:r>
              <a:rPr dirty="0"/>
              <a:t>Her expertise was essential in shaping the concept</a:t>
            </a:r>
            <a:br>
              <a:rPr dirty="0"/>
            </a:br>
            <a:r>
              <a:rPr dirty="0"/>
              <a:t>and ensuring successful implementation.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77295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👥 Project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Mostafa Elsayed Khodary  •  Mostafa Ahmed Sabry  •  Youssef Elboraey  •  Mohamed Abdo</a:t>
            </a:r>
            <a:br/>
            <a:r>
              <a:t>Layla Mostafa  •  Nora Osama  •  Nada Ashraf  •  Manar Montaser</a:t>
            </a:r>
            <a:br/>
            <a:br/>
            <a:r>
              <a:t>Academic Year 2025-2026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1945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  <a:latin typeface="Segoe UI"/>
              </a:defRPr>
            </a:pPr>
            <a:r>
              <a:rPr dirty="0"/>
              <a:t>For Your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68295"/>
            <a:ext cx="213329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251479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CBD5E1"/>
                </a:solidFill>
                <a:latin typeface="Segoe UI"/>
              </a:defRPr>
            </a:pPr>
            <a:r>
              <a:rPr dirty="0"/>
              <a:t>Big Data IoT AI System — Intelligent Smart Home Analytics</a:t>
            </a:r>
            <a:br>
              <a:rPr dirty="0"/>
            </a:br>
            <a:r>
              <a:rPr dirty="0"/>
              <a:t>Integrating Big Data Analytics with IoT for Predictive Automation</a:t>
            </a:r>
            <a:br>
              <a:rPr dirty="0"/>
            </a:br>
            <a:br>
              <a:rPr dirty="0"/>
            </a:br>
            <a:r>
              <a:rPr dirty="0"/>
              <a:t>Supervised by: Dr. Asmaa Saad  |  Academic Year 2025-2026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669280"/>
            <a:ext cx="396209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580644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❓ Questions &amp; Discussion 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2201</Words>
  <Application>Microsoft Office PowerPoint</Application>
  <PresentationFormat>Widescreen</PresentationFormat>
  <Paragraphs>256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Mostafa Ahmed Sabry</dc:creator>
  <cp:keywords/>
  <dc:description>generated using python-pptx</dc:description>
  <cp:lastModifiedBy>Mostafa Ahmed Sabry</cp:lastModifiedBy>
  <cp:revision>3</cp:revision>
  <dcterms:created xsi:type="dcterms:W3CDTF">2013-01-27T09:14:16Z</dcterms:created>
  <dcterms:modified xsi:type="dcterms:W3CDTF">2026-05-16T21:31:47Z</dcterms:modified>
  <cp:category/>
</cp:coreProperties>
</file>